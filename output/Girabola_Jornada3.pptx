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02C57"/>
                </a:solidFill>
              </a:defRPr>
            </a:pPr>
            <a:r>
              <a:t>Rescaldo Estatístico da 3ª Jornada</a:t>
            </a:r>
          </a:p>
          <a:p>
            <a:pPr algn="ctr">
              <a:defRPr sz="4000" b="1">
                <a:solidFill>
                  <a:srgbClr val="102C57"/>
                </a:solidFill>
              </a:defRPr>
            </a:pPr>
            <a:r>
              <a:t>Liga Unitel Girabola 2026/2027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C3C3C"/>
                </a:solidFill>
              </a:defRPr>
            </a:pPr>
            <a:r>
              <a:t>Análise completa, classificação atualizada e insights da jornada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02C57"/>
                </a:solidFill>
              </a:defRPr>
            </a:pPr>
            <a:r>
              <a:t>Resultados da 3ª Jornada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Interclube  2 — 1  Petro Atlético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Petro Atlético  1 — 0  Interclube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Recreativo do Libolo  3 — 1  Recreativo da Caála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Recreativo da Caála  0 — 2  Petro Atlético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Interclube  1 — 2  Recreativo do Libolo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Petro Atlético  0 — 0  Recreativo do Libolo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Interclube  3 — 2  Recreativo da Caála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60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Petro Atlético  1 — 1  Recreativo da Caála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02C57"/>
                </a:solidFill>
              </a:defRPr>
            </a:pPr>
            <a:r>
              <a:t>Análise de Ataque e Defesa</a:t>
            </a:r>
          </a:p>
        </p:txBody>
      </p:sp>
      <p:pic>
        <p:nvPicPr>
          <p:cNvPr id="3" name="Picture 2" descr="grafico_girabo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77295" cy="55880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02C57"/>
                </a:solidFill>
              </a:defRPr>
            </a:pPr>
            <a:r>
              <a:t>Classificação — Após a 3ª Jornada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729"/>
                <a:gridCol w="1127729"/>
                <a:gridCol w="1127729"/>
                <a:gridCol w="1127729"/>
                <a:gridCol w="1127729"/>
                <a:gridCol w="1127729"/>
                <a:gridCol w="1127729"/>
                <a:gridCol w="1127729"/>
                <a:gridCol w="1127729"/>
                <a:gridCol w="112773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Pos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Equipa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J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V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GM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GS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GD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Pts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C3C3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C3C3C"/>
                          </a:solidFill>
                        </a:defRPr>
                      </a:pPr>
                      <a:r>
                        <a:t>Interclube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+5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C3C3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C3C3C"/>
                          </a:solidFill>
                        </a:defRPr>
                      </a:pPr>
                      <a:r>
                        <a:t>Petro Atlético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+4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C3C3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C3C3C"/>
                          </a:solidFill>
                        </a:defRPr>
                      </a:pPr>
                      <a:r>
                        <a:t>Recreativo do Libolo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-1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C3C3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C3C3C"/>
                          </a:solidFill>
                        </a:defRPr>
                      </a:pPr>
                      <a:r>
                        <a:t>Recreativo da Caála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-7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C3C3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02C57"/>
                </a:solidFill>
              </a:defRPr>
            </a:pPr>
            <a:r>
              <a:t>Análise e Insights da Jornada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🏆 Interclube lidera com 6 pontos (2V 0E 1D)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⚽ Melhor ataque: Interclube com 10 golos marcados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🛡️ Melhor defesa: Petro Atlético com apenas 4 golos sofridos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📉 Recreativo da Caála na última posição com 1 ponto(s)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🤝 Destaque: Petro Atlético × Recreativo do Libolo (0-0)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📅 Próxima jornada: confrontos decisivos pela liderança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