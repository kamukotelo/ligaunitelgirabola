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CC00"/>
                </a:solidFill>
              </a:defRPr>
            </a:pPr>
            <a:r>
              <a:t>LIGA UNITEL GIRABOLA 2026</a:t>
            </a:r>
          </a:p>
          <a:p>
            <a:pPr>
              <a:spcAft>
                <a:spcPts val="2000"/>
              </a:spcAft>
              <a:defRPr sz="2400" b="1">
                <a:solidFill>
                  <a:srgbClr val="F5F5F5"/>
                </a:solidFill>
              </a:defRPr>
            </a:pPr>
            <a:r>
              <a:t>RELATÓRIO OFICIAL &amp; ESTATÍSTICAS — 1.ª RODADA</a:t>
            </a:r>
          </a:p>
          <a:p>
            <a:pPr>
              <a:spcAft>
                <a:spcPts val="2000"/>
              </a:spcAft>
              <a:defRPr sz="1400">
                <a:solidFill>
                  <a:srgbClr val="A0AEC0"/>
                </a:solidFill>
              </a:defRPr>
            </a:pPr>
            <a:r>
              <a:t>⚽ 8 Jogos Realizados | 11 Golos Marcados (Média: 1,38)</a:t>
            </a:r>
            <a:br/>
            <a:r>
              <a:t>📅 Período de Disputa: 21 a 23 de Agosto de 2026</a:t>
            </a:r>
            <a:br/>
            <a:r>
              <a:t>🏢 Associação Nacional dos Clubes de Futebol de Angola (ANCAF)</a:t>
            </a:r>
          </a:p>
          <a:p>
            <a:pPr>
              <a:defRPr sz="1100" i="1">
                <a:solidFill>
                  <a:srgbClr val="FFCC00"/>
                </a:solidFill>
              </a:defRPr>
            </a:pPr>
            <a:r>
              <a:t>Documento Oficial de Homologação de Resultados e Classificação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C00"/>
                </a:solidFill>
              </a:defRPr>
            </a:pPr>
            <a:r>
              <a:t>ANCAF  |  LIGA UNITEL GIRABOLA 2026</a:t>
            </a:r>
          </a:p>
          <a:p>
            <a:pPr>
              <a:defRPr sz="2000" b="1">
                <a:solidFill>
                  <a:srgbClr val="F5F5F5"/>
                </a:solidFill>
              </a:defRPr>
            </a:pPr>
            <a:r>
              <a:t>RESULTADOS &amp; MARCADORES DA 1.ª RODADA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Jogos disputados entre 21 e 23 de 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C00"/>
                </a:solidFill>
              </a:defRPr>
            </a:pPr>
            <a:r>
              <a:t>📅 21 DE AGOSTO DE 2026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Desportivo da Lunda Sul 0–0 Petro de Luanda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Sem golos  •  Sem cartões vermelhos</a:t>
            </a:r>
          </a:p>
          <a:p>
            <a:pPr>
              <a:spcBef>
                <a:spcPts val="600"/>
              </a:spcBef>
              <a:defRPr sz="1300" b="1">
                <a:solidFill>
                  <a:srgbClr val="FFCC00"/>
                </a:solidFill>
              </a:defRPr>
            </a:pPr>
            <a:r>
              <a:t>📅 22 DE AGOSTO DE 2026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FC Cabinda 0–3 Recreativo do Libolo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⚽ 34' Cuxixima (0-1) | ⚽ 70' Pedro (0-2) | ⚽ 73' Andeloy (0-3)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Bravos do Maquis 3–0 Sagrada Esperança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⚽ 24' Ju Cabral (1-0) | ⚽ 36' Luís Caetano Paquete (2-0) | ⚽ 80' Tangu Gastão (3-0)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1.º de Agosto 1–0 Desportivo da Huíla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⚽ 90'+2 D. Tshibamba (1-0)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C00"/>
                </a:solidFill>
              </a:defRPr>
            </a:pPr>
            <a:r>
              <a:t>📅 23 DE AGOSTO DE 2026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FC Luanda 0–0 Recreativo da Caála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Sem golos  •  🟥 14' Cartão Vermelho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São Salvador do Kongo 0–1 Interclube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⚽ 70' Além (0-1)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1.º de Maio de Benguela 1–1 Kabuscorp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⚽ 23' Deninho (1-0) | ⚽ 65' Benarfa (1-1)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🥊 Wiliete de Benguela 2–0 Académica do Lobito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</a:defRPr>
            </a:pPr>
            <a:r>
              <a:t>   ⚽ 11' Kabelo Dlamini (1-0) | ⚽ 45'+2 Valter Monteiro (2-0)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C00"/>
                </a:solidFill>
              </a:defRPr>
            </a:pPr>
            <a:r>
              <a:t>ANCAF  |  LIGA UNITEL GIRABOLA 2026</a:t>
            </a:r>
          </a:p>
          <a:p>
            <a:pPr>
              <a:defRPr sz="2000" b="1">
                <a:solidFill>
                  <a:srgbClr val="F5F5F5"/>
                </a:solidFill>
              </a:defRPr>
            </a:pPr>
            <a:r>
              <a:t>TABELA DE CLASSIFICAÇÃO OFICIAL (16 EQUIPAS)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Atualizada após a conclusão da 1.ª Rodada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596335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Clube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GM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GS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DG</a:t>
                      </a:r>
                    </a:p>
                  </a:txBody>
                  <a:tcPr anchor="ctr">
                    <a:solidFill>
                      <a:srgbClr val="28324B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Bravos do Maquis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Recreativo do Libolo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Wiliete de Benguela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1.º de Agosto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121622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C5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Interclube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161C2A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1.º de Maio de Benguela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Kabuscorp do Palanca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Desportivo da Lunda Sul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Petro de Luanda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FC Luanda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Recreativo da Caála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81C26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Sagrada Esperança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-3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FC Cabinda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-3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Académica do Lobito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São Salvador do Kongo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201618"/>
                    </a:solidFill>
                  </a:tcPr>
                </a:tc>
              </a:tr>
              <a:tr h="30660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Desportivo da Huíla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CC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5F5F5"/>
                          </a:solidFill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1A12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C00"/>
                </a:solidFill>
              </a:defRPr>
            </a:pPr>
            <a:r>
              <a:t>ANCAF  |  LIGA UNITEL GIRABOLA 2026</a:t>
            </a:r>
          </a:p>
          <a:p>
            <a:pPr>
              <a:defRPr sz="2000" b="1">
                <a:solidFill>
                  <a:srgbClr val="F5F5F5"/>
                </a:solidFill>
              </a:defRPr>
            </a:pPr>
            <a:r>
              <a:t>ESTATÍSTICAS GERAIS &amp; DISCIPLINA — RODADA 1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Métricas consolidadas de produtividade e conduta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CC00"/>
                </a:solidFill>
              </a:defRPr>
            </a:pPr>
            <a:r>
              <a:t>📈 PRODUTIVIDADE &amp; RESULTADOS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📊 Total de Jogos Realizados: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8 jogos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⚽ Total de Golos Marcados: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11 golos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📈 Média de Golos / Jogo: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1,38 golos por partida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🏠 Vitórias da Equipa da Casa: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4 vitórias (50,0%)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✈️ Vitórias da Equipa Visitante: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1 vitória (12,5%)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CC00"/>
                </a:solidFill>
              </a:defRPr>
            </a:pPr>
            <a:r>
              <a:t>⚖️ EQUILÍBRIO &amp; DISCIPLINA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🤝 Empates Registados: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3 empates (37,5%)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🚫 Jogos sem Golos (0–0):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2 jogos (Lunda Sul x Petro, Luanda x Caála)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💥 Maior Goleada da Ronda: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FC Cabinda 0–3 Libolo | Maquis 3–0 Sagrada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🟥 Cartões Vermelhos: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1 expulsão (FC Luanda vs Recreativo da Caála - 14')</a:t>
            </a:r>
          </a:p>
          <a:p>
            <a:pPr>
              <a:defRPr sz="1200" b="1">
                <a:solidFill>
                  <a:srgbClr val="F5F5F5"/>
                </a:solidFill>
              </a:defRPr>
            </a:pPr>
            <a:r>
              <a:t>🟨 Cartões Amarelos: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   👉 Dados não disponíveis nas imagens oficiais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C00"/>
                </a:solidFill>
              </a:defRPr>
            </a:pPr>
            <a:r>
              <a:t>ANCAF  |  LIGA UNITEL GIRABOLA 2026</a:t>
            </a:r>
          </a:p>
          <a:p>
            <a:pPr>
              <a:defRPr sz="2000" b="1">
                <a:solidFill>
                  <a:srgbClr val="F5F5F5"/>
                </a:solidFill>
              </a:defRPr>
            </a:pPr>
            <a:r>
              <a:t>DESTAQUES &amp; RECORDES DA 1.ª RODADA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Principais marcas individuais e coletivas da jornada de abertura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CC00"/>
                </a:solidFill>
              </a:defRPr>
            </a:pPr>
            <a:r>
              <a:t>🏆 QUADRO DE HONRA DA JORNADA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✅  🔥 Melhor Ataque: Bravos do Maquis e Recreativo do Libolo</a:t>
            </a:r>
          </a:p>
          <a:p>
            <a:pPr>
              <a:spcAft>
                <a:spcPts val="700"/>
              </a:spcAft>
              <a:defRPr sz="1100">
                <a:solidFill>
                  <a:srgbClr val="A0AEC0"/>
                </a:solidFill>
              </a:defRPr>
            </a:pPr>
            <a:r>
              <a:t>      ↳ 3 golos marcados cada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✅  🛡️ Melhor Defesa: Wiliete, 1.º de Agosto, Interclube, Lunda Sul, Petro, Luanda e Caála</a:t>
            </a:r>
          </a:p>
          <a:p>
            <a:pPr>
              <a:spcAft>
                <a:spcPts val="700"/>
              </a:spcAft>
              <a:defRPr sz="1100">
                <a:solidFill>
                  <a:srgbClr val="A0AEC0"/>
                </a:solidFill>
              </a:defRPr>
            </a:pPr>
            <a:r>
              <a:t>      ↳ 0 golos sofridos (clean sheet)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✅  ⏱️ Golo Mais Cedo: Kabelo Dlamini (Wiliete de Benguela)</a:t>
            </a:r>
          </a:p>
          <a:p>
            <a:pPr>
              <a:spcAft>
                <a:spcPts val="700"/>
              </a:spcAft>
              <a:defRPr sz="1100">
                <a:solidFill>
                  <a:srgbClr val="A0AEC0"/>
                </a:solidFill>
              </a:defRPr>
            </a:pPr>
            <a:r>
              <a:t>      ↳ Aos 11 minutos do 1.º tempo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✅  ⏳ Golo Mais Tarde: D. Tshibamba (1.º de Agosto)</a:t>
            </a:r>
          </a:p>
          <a:p>
            <a:pPr>
              <a:spcAft>
                <a:spcPts val="700"/>
              </a:spcAft>
              <a:defRPr sz="1100">
                <a:solidFill>
                  <a:srgbClr val="A0AEC0"/>
                </a:solidFill>
              </a:defRPr>
            </a:pPr>
            <a:r>
              <a:t>      ↳ Aos 90'+2 minutos dos acréscimos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✅  🌟 Hat-Trick: Nenhum registado nesta ronda</a:t>
            </a:r>
          </a:p>
          <a:p>
            <a:pPr>
              <a:spcAft>
                <a:spcPts val="700"/>
              </a:spcAft>
              <a:defRPr sz="1100">
                <a:solidFill>
                  <a:srgbClr val="A0AEC0"/>
                </a:solidFill>
              </a:defRPr>
            </a:pPr>
            <a:r>
              <a:t>      ↳ Nenhum jogador marcou 3 golos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✅  🎯 Jogo com Mais Golos: Bravos do Maquis 3–0 Sagrada &amp; FC Cabinda 0–3 Libolo</a:t>
            </a:r>
          </a:p>
          <a:p>
            <a:pPr>
              <a:spcAft>
                <a:spcPts val="700"/>
              </a:spcAft>
              <a:defRPr sz="1100">
                <a:solidFill>
                  <a:srgbClr val="A0AEC0"/>
                </a:solidFill>
              </a:defRPr>
            </a:pPr>
            <a:r>
              <a:t>      ↳ 3 golos no somatório da partida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C00"/>
                </a:solidFill>
              </a:defRPr>
            </a:pPr>
            <a:r>
              <a:t>ANCAF  |  LIGA UNITEL GIRABOLA 2026</a:t>
            </a:r>
          </a:p>
          <a:p>
            <a:pPr>
              <a:defRPr sz="2000" b="1">
                <a:solidFill>
                  <a:srgbClr val="F5F5F5"/>
                </a:solidFill>
              </a:defRPr>
            </a:pPr>
            <a:r>
              <a:t>PRÓXIMOS CONFRONTOS — 2.ª RODADA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Calendário dos jogos da próxima jornada do Girabola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CC00"/>
                </a:solidFill>
              </a:defRPr>
            </a:pPr>
            <a:r>
              <a:t>⚔️ CONFRONTOS (PARTE 1)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Petro de Luanda  vs  Bravos do Maquis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⭐ Clássico da Ronda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Recreativo do Libolo  vs  1.º de Agosto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Duelo de Campeões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Sagrada Esperança  vs  Wiliete de Benguela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Confronto Direto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Desportivo da Huíla  vs  FC Cabinda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Duelo Regional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CC00"/>
                </a:solidFill>
              </a:defRPr>
            </a:pPr>
            <a:r>
              <a:t>⚔️ CONFRONTOS (PARTE 2)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Académica do Lobito  vs  1.º de Maio de Benguela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Dérbi de Benguela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Interclube  vs  FC Luanda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Confronto da Capital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Recreativo da Caála  vs  Desportivo da Lunda Sul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Duelo do Planalto / Leste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⚽  Kabuscorp do Palanca  vs  São Salvador do Kongo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   📌 Jogo de Alta Intensidade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